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46" d="100"/>
          <a:sy n="146" d="100"/>
        </p:scale>
        <p:origin x="-104" y="-144"/>
      </p:cViewPr>
      <p:guideLst>
        <p:guide orient="horz" pos="2744"/>
        <p:guide pos="2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20284"/>
            <a:ext cx="7772400" cy="9800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785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044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37934"/>
            <a:ext cx="7772400" cy="9080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1937809"/>
            <a:ext cx="7772400" cy="100012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716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301730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92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23409"/>
            <a:ext cx="4040188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449917"/>
            <a:ext cx="4040188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023409"/>
            <a:ext cx="4041775" cy="42650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449917"/>
            <a:ext cx="4041775" cy="263419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47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79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91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82033"/>
            <a:ext cx="3008313" cy="7747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2034"/>
            <a:ext cx="5111750" cy="3902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956734"/>
            <a:ext cx="3008313" cy="31273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807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200400"/>
            <a:ext cx="5486400" cy="3778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08517"/>
            <a:ext cx="5486400" cy="2743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3578225"/>
            <a:ext cx="5486400" cy="5365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72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4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83092"/>
            <a:ext cx="2057400" cy="390101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83092"/>
            <a:ext cx="6019800" cy="39010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37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83092"/>
            <a:ext cx="82296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66800"/>
            <a:ext cx="82296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237567"/>
            <a:ext cx="21336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CA1AE5-2B07-ED40-AF13-8E4B8F7A427D}" type="datetimeFigureOut">
              <a:rPr lang="en-US" smtClean="0"/>
              <a:t>6/20/18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237567"/>
            <a:ext cx="28956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237567"/>
            <a:ext cx="21336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17DEB-7C8B-B341-B268-31898211DB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483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139170" y="347145"/>
            <a:ext cx="4432829" cy="4000361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605" y="410618"/>
            <a:ext cx="3988239" cy="393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159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Theresa Cheng</dc:creator>
  <cp:lastModifiedBy>Theresa Cheng</cp:lastModifiedBy>
  <cp:revision>1</cp:revision>
  <dcterms:created xsi:type="dcterms:W3CDTF">2018-06-20T08:17:34Z</dcterms:created>
  <dcterms:modified xsi:type="dcterms:W3CDTF">2018-06-20T08:22:43Z</dcterms:modified>
</cp:coreProperties>
</file>